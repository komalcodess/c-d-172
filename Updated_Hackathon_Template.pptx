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79" d="100"/>
          <a:sy n="79" d="100"/>
        </p:scale>
        <p:origin x="54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paper with a picture of a cowboy hat&#10;&#10;AI-generated content may be incorrect."/>
          <p:cNvPicPr>
            <a:picLocks noChangeAspect="1"/>
          </p:cNvPicPr>
          <p:nvPr/>
        </p:nvPicPr>
        <p:blipFill>
          <a:blip r:embed="rId2"/>
          <a:srcRect l="871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5" name="Picture 4" descr="A black and red sign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572" y="527608"/>
            <a:ext cx="2627613" cy="681596"/>
          </a:xfrm>
          <a:prstGeom prst="rect">
            <a:avLst/>
          </a:prstGeom>
        </p:spPr>
      </p:pic>
      <p:pic>
        <p:nvPicPr>
          <p:cNvPr id="6" name="Picture 5" descr="A logo on a black background&#10;&#10;AI-generated content may be incorrect."/>
          <p:cNvPicPr>
            <a:picLocks noChangeAspect="1"/>
          </p:cNvPicPr>
          <p:nvPr/>
        </p:nvPicPr>
        <p:blipFill>
          <a:blip r:embed="rId4"/>
          <a:srcRect l="13531" t="14815" r="-13861" b="-15033"/>
          <a:stretch>
            <a:fillRect/>
          </a:stretch>
        </p:blipFill>
        <p:spPr>
          <a:xfrm>
            <a:off x="10594718" y="310163"/>
            <a:ext cx="1732359" cy="262676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123513" y="669325"/>
            <a:ext cx="7468972" cy="12772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5900" b="1" baseline="0" dirty="0">
                <a:solidFill>
                  <a:schemeClr val="accent2">
                    <a:lumMod val="49000"/>
                  </a:schemeClr>
                </a:solidFill>
                <a:latin typeface="Montserrat"/>
              </a:rPr>
              <a:t>Hack- o – Holic 4.0</a:t>
            </a:r>
            <a:r>
              <a:rPr sz="5900" dirty="0">
                <a:solidFill>
                  <a:schemeClr val="accent2">
                    <a:lumMod val="49000"/>
                  </a:schemeClr>
                </a:solidFill>
                <a:latin typeface="Montserrat"/>
                <a:ea typeface="Montserrat"/>
                <a:cs typeface="Montserrat"/>
              </a:rPr>
              <a:t>​</a:t>
            </a:r>
            <a:endParaRPr lang="en-US">
              <a:solidFill>
                <a:schemeClr val="accent2">
                  <a:lumMod val="49000"/>
                </a:schemeClr>
              </a:solidFill>
            </a:endParaRPr>
          </a:p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2938162" y="2687595"/>
            <a:ext cx="6096000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800" b="1" baseline="0" dirty="0">
                <a:latin typeface="Montserrat"/>
              </a:rPr>
              <a:t>PROJECT TITLE:-</a:t>
            </a:r>
            <a:r>
              <a:rPr sz="2800" dirty="0">
                <a:latin typeface="Montserrat"/>
                <a:ea typeface="Montserrat"/>
                <a:cs typeface="Montserrat"/>
              </a:rPr>
              <a:t>​</a:t>
            </a:r>
            <a:endParaRPr lang="en-US" sz="2800" dirty="0"/>
          </a:p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1496541" y="3312297"/>
            <a:ext cx="6130325" cy="165173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ctr" rtl="0">
              <a:lnSpc>
                <a:spcPts val="1950"/>
              </a:lnSpc>
            </a:pPr>
            <a:r>
              <a:rPr lang="en-US" sz="2000" b="1" baseline="0" dirty="0">
                <a:latin typeface="Roboto"/>
                <a:ea typeface="Segoe UI" panose="020B0502040204020203"/>
                <a:cs typeface="Segoe UI" panose="020B0502040204020203"/>
              </a:rPr>
              <a:t>Team Name:</a:t>
            </a:r>
            <a:r>
              <a:rPr lang="en-US" sz="2000" dirty="0">
                <a:latin typeface="Roboto"/>
                <a:ea typeface="Segoe UI" panose="020B0502040204020203"/>
                <a:cs typeface="Segoe UI" panose="020B0502040204020203"/>
              </a:rPr>
              <a:t>​</a:t>
            </a:r>
          </a:p>
          <a:p>
            <a:pPr algn="ctr" rtl="0">
              <a:lnSpc>
                <a:spcPts val="1950"/>
              </a:lnSpc>
            </a:pPr>
            <a:r>
              <a:rPr lang="en-US" sz="2000" b="1" baseline="0" dirty="0">
                <a:latin typeface="Roboto"/>
                <a:ea typeface="Segoe UI" panose="020B0502040204020203"/>
                <a:cs typeface="Segoe UI" panose="020B0502040204020203"/>
              </a:rPr>
              <a:t>Team Leader Name</a:t>
            </a:r>
            <a:r>
              <a:rPr lang="en-US" sz="2000" baseline="0" dirty="0">
                <a:latin typeface="Roboto"/>
                <a:ea typeface="Segoe UI" panose="020B0502040204020203"/>
                <a:cs typeface="Segoe UI" panose="020B0502040204020203"/>
              </a:rPr>
              <a:t>: </a:t>
            </a:r>
            <a:r>
              <a:rPr lang="en-US" sz="2000" dirty="0">
                <a:latin typeface="Roboto"/>
                <a:ea typeface="Segoe UI" panose="020B0502040204020203"/>
                <a:cs typeface="Segoe UI" panose="020B0502040204020203"/>
              </a:rPr>
              <a:t>​</a:t>
            </a:r>
          </a:p>
          <a:p>
            <a:pPr algn="ctr" rtl="0">
              <a:lnSpc>
                <a:spcPts val="2475"/>
              </a:lnSpc>
            </a:pPr>
            <a:r>
              <a:rPr lang="en-US" sz="2000" b="1" baseline="0" dirty="0">
                <a:latin typeface="Roboto"/>
                <a:ea typeface="Segoe UI" panose="020B0502040204020203"/>
                <a:cs typeface="Segoe UI" panose="020B0502040204020203"/>
              </a:rPr>
              <a:t>Team Member(s) Name</a:t>
            </a:r>
            <a:r>
              <a:rPr lang="en-US" sz="2000" baseline="0" dirty="0">
                <a:latin typeface="Roboto"/>
                <a:ea typeface="Segoe UI" panose="020B0502040204020203"/>
                <a:cs typeface="Segoe UI" panose="020B0502040204020203"/>
              </a:rPr>
              <a:t>: </a:t>
            </a:r>
            <a:r>
              <a:rPr lang="en-US" sz="2000" dirty="0">
                <a:latin typeface="Roboto"/>
                <a:ea typeface="Segoe UI" panose="020B0502040204020203"/>
                <a:cs typeface="Segoe UI" panose="020B0502040204020203"/>
              </a:rPr>
              <a:t>​</a:t>
            </a:r>
          </a:p>
          <a:p>
            <a:pPr algn="ctr" rtl="0">
              <a:lnSpc>
                <a:spcPts val="1950"/>
              </a:lnSpc>
            </a:pPr>
            <a:r>
              <a:rPr lang="en-US" sz="2000" b="1" baseline="0" dirty="0">
                <a:latin typeface="Roboto"/>
                <a:ea typeface="Segoe UI" panose="020B0502040204020203"/>
                <a:cs typeface="Segoe UI" panose="020B0502040204020203"/>
              </a:rPr>
              <a:t>College Name</a:t>
            </a:r>
            <a:r>
              <a:rPr lang="en-US" sz="2000" baseline="0" dirty="0">
                <a:latin typeface="Roboto"/>
                <a:ea typeface="Segoe UI" panose="020B0502040204020203"/>
                <a:cs typeface="Segoe UI" panose="020B0502040204020203"/>
              </a:rPr>
              <a:t>:</a:t>
            </a:r>
            <a:r>
              <a:rPr lang="en-US" sz="2000" dirty="0">
                <a:latin typeface="Roboto"/>
                <a:ea typeface="Segoe UI" panose="020B0502040204020203"/>
                <a:cs typeface="Segoe UI" panose="020B0502040204020203"/>
              </a:rPr>
              <a:t>​</a:t>
            </a:r>
          </a:p>
          <a:p>
            <a:pPr algn="ctr" rtl="0">
              <a:lnSpc>
                <a:spcPts val="1500"/>
              </a:lnSpc>
            </a:pPr>
            <a:r>
              <a:rPr lang="en-US" sz="1100" dirty="0">
                <a:latin typeface="Roboto"/>
                <a:ea typeface="Segoe UI" panose="020B0502040204020203"/>
                <a:cs typeface="Segoe UI" panose="020B0502040204020203"/>
              </a:rPr>
              <a:t>​</a:t>
            </a:r>
          </a:p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 descr="A paper with a picture of a cowboy hat&#10;&#10;AI-generated content may be incorrect."/>
          <p:cNvPicPr>
            <a:picLocks noChangeAspect="1"/>
          </p:cNvPicPr>
          <p:nvPr/>
        </p:nvPicPr>
        <p:blipFill>
          <a:blip r:embed="rId2"/>
          <a:srcRect l="871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9" name="Picture 8" descr="A black and red sign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572" y="527608"/>
            <a:ext cx="2627613" cy="681596"/>
          </a:xfrm>
          <a:prstGeom prst="rect">
            <a:avLst/>
          </a:prstGeom>
        </p:spPr>
      </p:pic>
      <p:pic>
        <p:nvPicPr>
          <p:cNvPr id="11" name="Picture 10" descr="A logo on a black background&#10;&#10;AI-generated content may be incorrect."/>
          <p:cNvPicPr>
            <a:picLocks noChangeAspect="1"/>
          </p:cNvPicPr>
          <p:nvPr/>
        </p:nvPicPr>
        <p:blipFill>
          <a:blip r:embed="rId4"/>
          <a:srcRect l="13531" t="14815" r="-13861" b="-15033"/>
          <a:stretch>
            <a:fillRect/>
          </a:stretch>
        </p:blipFill>
        <p:spPr>
          <a:xfrm>
            <a:off x="10594718" y="310163"/>
            <a:ext cx="1732359" cy="262676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076860" y="669325"/>
            <a:ext cx="7974380" cy="12772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5900" dirty="0">
                <a:solidFill>
                  <a:schemeClr val="accent2">
                    <a:lumMod val="49000"/>
                  </a:schemeClr>
                </a:solidFill>
                <a:latin typeface="Montserrat"/>
                <a:ea typeface="Montserrat"/>
                <a:cs typeface="Montserrat"/>
              </a:rPr>
              <a:t>Problem Statement</a:t>
            </a:r>
            <a:r>
              <a:rPr sz="5900" dirty="0">
                <a:solidFill>
                  <a:schemeClr val="accent2">
                    <a:lumMod val="49000"/>
                  </a:schemeClr>
                </a:solidFill>
                <a:latin typeface="Montserrat"/>
                <a:ea typeface="Montserrat"/>
                <a:cs typeface="Montserrat"/>
              </a:rPr>
              <a:t>​</a:t>
            </a:r>
            <a:endParaRPr lang="en-US" dirty="0">
              <a:solidFill>
                <a:schemeClr val="accent2">
                  <a:lumMod val="49000"/>
                </a:schemeClr>
              </a:solidFill>
            </a:endParaRPr>
          </a:p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543194" y="2822440"/>
            <a:ext cx="6130325" cy="26658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>
              <a:lnSpc>
                <a:spcPct val="85000"/>
              </a:lnSpc>
            </a:pPr>
            <a:r>
              <a:rPr lang="en-GB" sz="2400" b="1" dirty="0">
                <a:solidFill>
                  <a:srgbClr val="262626"/>
                </a:solidFill>
                <a:latin typeface="Lato"/>
                <a:ea typeface="Lato"/>
                <a:cs typeface="Lato"/>
              </a:rPr>
              <a:t>Problem Statement</a:t>
            </a:r>
            <a:r>
              <a:rPr lang="en-GB" sz="2400" b="1" baseline="0" dirty="0">
                <a:solidFill>
                  <a:srgbClr val="262626"/>
                </a:solidFill>
                <a:latin typeface="Lato"/>
                <a:ea typeface="Lato"/>
                <a:cs typeface="Lato"/>
              </a:rPr>
              <a:t>:</a:t>
            </a:r>
            <a:endParaRPr lang="en-GB" sz="2400">
              <a:solidFill>
                <a:srgbClr val="262626"/>
              </a:solidFill>
              <a:latin typeface="Lato"/>
              <a:ea typeface="Lato"/>
              <a:cs typeface="Lato"/>
            </a:endParaRPr>
          </a:p>
          <a:p>
            <a:pPr>
              <a:lnSpc>
                <a:spcPct val="85000"/>
              </a:lnSpc>
            </a:pPr>
            <a:endParaRPr lang="en-GB" sz="2400" dirty="0">
              <a:latin typeface="Lato"/>
              <a:ea typeface="Lato"/>
              <a:cs typeface="Lato"/>
            </a:endParaRPr>
          </a:p>
          <a:p>
            <a:pPr>
              <a:lnSpc>
                <a:spcPct val="85000"/>
              </a:lnSpc>
            </a:pPr>
            <a:endParaRPr lang="en-GB" sz="2400" dirty="0">
              <a:latin typeface="Lato"/>
              <a:ea typeface="Lato"/>
              <a:cs typeface="Lato"/>
            </a:endParaRPr>
          </a:p>
          <a:p>
            <a:pPr>
              <a:lnSpc>
                <a:spcPct val="85000"/>
              </a:lnSpc>
            </a:pPr>
            <a:endParaRPr lang="en-GB" sz="2400" dirty="0">
              <a:latin typeface="Lato"/>
              <a:ea typeface="Lato"/>
              <a:cs typeface="Lato"/>
            </a:endParaRPr>
          </a:p>
          <a:p>
            <a:pPr>
              <a:lnSpc>
                <a:spcPct val="85000"/>
              </a:lnSpc>
            </a:pPr>
            <a:endParaRPr lang="en-GB" sz="2400" dirty="0">
              <a:latin typeface="Lato"/>
              <a:ea typeface="Lato"/>
              <a:cs typeface="Lato"/>
            </a:endParaRPr>
          </a:p>
          <a:p>
            <a:pPr>
              <a:lnSpc>
                <a:spcPct val="85000"/>
              </a:lnSpc>
              <a:spcBef>
                <a:spcPts val="975"/>
              </a:spcBef>
            </a:pPr>
            <a:r>
              <a:rPr lang="en-GB" sz="2400" b="1" dirty="0">
                <a:solidFill>
                  <a:srgbClr val="262626"/>
                </a:solidFill>
                <a:latin typeface="Lato"/>
                <a:ea typeface="Lato"/>
                <a:cs typeface="Lato"/>
              </a:rPr>
              <a:t>Detailed description about the problem</a:t>
            </a:r>
            <a:r>
              <a:rPr lang="en-GB" sz="2400" b="1" baseline="0" dirty="0">
                <a:solidFill>
                  <a:srgbClr val="262626"/>
                </a:solidFill>
                <a:latin typeface="Lato"/>
                <a:ea typeface="Lato"/>
                <a:cs typeface="Lato"/>
              </a:rPr>
              <a:t>:</a:t>
            </a:r>
            <a:endParaRPr lang="en-GB" sz="2400" b="1" dirty="0">
              <a:solidFill>
                <a:srgbClr val="262626"/>
              </a:solidFill>
              <a:latin typeface="Lato"/>
              <a:ea typeface="Lato"/>
              <a:cs typeface="Lato"/>
            </a:endParaRPr>
          </a:p>
          <a:p>
            <a:pPr algn="ctr" rtl="0">
              <a:lnSpc>
                <a:spcPts val="1500"/>
              </a:lnSpc>
            </a:pPr>
            <a:r>
              <a:rPr lang="en-US" sz="2400" dirty="0">
                <a:latin typeface="Roboto"/>
                <a:ea typeface="Segoe UI" panose="020B0502040204020203"/>
                <a:cs typeface="Segoe UI" panose="020B0502040204020203"/>
              </a:rPr>
              <a:t>​</a:t>
            </a:r>
          </a:p>
          <a:p>
            <a:pPr algn="ctr"/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8" name="Picture 7" descr="A paper with a picture of a cowboy hat&#10;&#10;AI-generated content may be incorrect."/>
          <p:cNvPicPr>
            <a:picLocks noChangeAspect="1"/>
          </p:cNvPicPr>
          <p:nvPr/>
        </p:nvPicPr>
        <p:blipFill>
          <a:blip r:embed="rId2"/>
          <a:srcRect l="871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10" name="Picture 9" descr="A black and red sign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572" y="527608"/>
            <a:ext cx="2627613" cy="681596"/>
          </a:xfrm>
          <a:prstGeom prst="rect">
            <a:avLst/>
          </a:prstGeom>
        </p:spPr>
      </p:pic>
      <p:pic>
        <p:nvPicPr>
          <p:cNvPr id="12" name="Picture 11" descr="A logo on a black background&#10;&#10;AI-generated content may be incorrect."/>
          <p:cNvPicPr>
            <a:picLocks noChangeAspect="1"/>
          </p:cNvPicPr>
          <p:nvPr/>
        </p:nvPicPr>
        <p:blipFill>
          <a:blip r:embed="rId4"/>
          <a:srcRect l="13531" t="14815" r="-13861" b="-15033"/>
          <a:stretch>
            <a:fillRect/>
          </a:stretch>
        </p:blipFill>
        <p:spPr>
          <a:xfrm>
            <a:off x="10594718" y="310163"/>
            <a:ext cx="1732359" cy="262676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488962" y="684876"/>
            <a:ext cx="7974380" cy="12772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5900" dirty="0">
                <a:solidFill>
                  <a:schemeClr val="accent2">
                    <a:lumMod val="49000"/>
                  </a:schemeClr>
                </a:solidFill>
                <a:latin typeface="Montserrat"/>
                <a:ea typeface="Montserrat"/>
                <a:cs typeface="Montserrat"/>
              </a:rPr>
              <a:t>Proposed Solution</a:t>
            </a:r>
            <a:r>
              <a:rPr sz="5900" dirty="0">
                <a:solidFill>
                  <a:schemeClr val="accent2">
                    <a:lumMod val="49000"/>
                  </a:schemeClr>
                </a:solidFill>
                <a:latin typeface="Montserrat"/>
                <a:ea typeface="Montserrat"/>
                <a:cs typeface="Montserrat"/>
              </a:rPr>
              <a:t>​</a:t>
            </a:r>
            <a:endParaRPr lang="en-US" dirty="0">
              <a:solidFill>
                <a:schemeClr val="accent2">
                  <a:lumMod val="49000"/>
                </a:schemeClr>
              </a:solidFill>
            </a:endParaRPr>
          </a:p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1543194" y="2822440"/>
            <a:ext cx="6130325" cy="28356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>
              <a:lnSpc>
                <a:spcPct val="85000"/>
              </a:lnSpc>
            </a:pPr>
            <a:r>
              <a:rPr lang="en-GB" sz="2800" b="1" dirty="0">
                <a:solidFill>
                  <a:srgbClr val="262626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</a:rPr>
              <a:t>Solution Statement</a:t>
            </a:r>
            <a:r>
              <a:rPr lang="en-GB" sz="2800" b="1" baseline="0" dirty="0">
                <a:solidFill>
                  <a:srgbClr val="262626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</a:rPr>
              <a:t>:</a:t>
            </a:r>
            <a:endParaRPr lang="en-US" sz="2800" dirty="0">
              <a:solidFill>
                <a:srgbClr val="000000"/>
              </a:solidFill>
              <a:latin typeface="Calibri Light" panose="020F0302020204030204"/>
              <a:ea typeface="Calibri Light" panose="020F0302020204030204"/>
              <a:cs typeface="Calibri Light" panose="020F0302020204030204"/>
            </a:endParaRPr>
          </a:p>
          <a:p>
            <a:pPr>
              <a:lnSpc>
                <a:spcPct val="85000"/>
              </a:lnSpc>
              <a:spcBef>
                <a:spcPts val="200"/>
              </a:spcBef>
            </a:pPr>
            <a:endParaRPr lang="en-US" sz="2800" dirty="0">
              <a:latin typeface="Calibri Light" panose="020F0302020204030204"/>
              <a:ea typeface="Calibri Light" panose="020F0302020204030204"/>
              <a:cs typeface="Calibri Light" panose="020F0302020204030204"/>
            </a:endParaRPr>
          </a:p>
          <a:p>
            <a:pPr>
              <a:lnSpc>
                <a:spcPct val="85000"/>
              </a:lnSpc>
              <a:spcBef>
                <a:spcPts val="200"/>
              </a:spcBef>
            </a:pPr>
            <a:endParaRPr lang="en-US" sz="2800" dirty="0">
              <a:latin typeface="Calibri Light" panose="020F0302020204030204"/>
              <a:ea typeface="Calibri Light" panose="020F0302020204030204"/>
              <a:cs typeface="Calibri Light" panose="020F0302020204030204"/>
            </a:endParaRPr>
          </a:p>
          <a:p>
            <a:pPr>
              <a:lnSpc>
                <a:spcPct val="85000"/>
              </a:lnSpc>
              <a:spcBef>
                <a:spcPts val="975"/>
              </a:spcBef>
            </a:pPr>
            <a:r>
              <a:rPr lang="en-GB" sz="2800" b="1" dirty="0">
                <a:solidFill>
                  <a:srgbClr val="262626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</a:rPr>
              <a:t>Detailed Solution Description</a:t>
            </a:r>
            <a:r>
              <a:rPr lang="en-GB" sz="2800" b="1" baseline="0" dirty="0">
                <a:solidFill>
                  <a:srgbClr val="262626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</a:rPr>
              <a:t>:</a:t>
            </a:r>
            <a:r>
              <a:rPr lang="en-GB" sz="2800" b="1" dirty="0">
                <a:solidFill>
                  <a:srgbClr val="262626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</a:rPr>
              <a:t> </a:t>
            </a:r>
            <a:endParaRPr lang="en-GB" sz="2800" dirty="0">
              <a:solidFill>
                <a:srgbClr val="000000"/>
              </a:solidFill>
              <a:latin typeface="Calibri Light" panose="020F0302020204030204"/>
              <a:ea typeface="Calibri Light" panose="020F0302020204030204"/>
              <a:cs typeface="Calibri Light" panose="020F0302020204030204"/>
            </a:endParaRPr>
          </a:p>
          <a:p>
            <a:pPr>
              <a:lnSpc>
                <a:spcPct val="85000"/>
              </a:lnSpc>
            </a:pPr>
            <a:br>
              <a:rPr lang="en-US" sz="2000" dirty="0">
                <a:solidFill>
                  <a:srgbClr val="000000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</a:rPr>
            </a:br>
            <a:endParaRPr lang="en-US" sz="2000">
              <a:solidFill>
                <a:srgbClr val="000000"/>
              </a:solidFill>
              <a:latin typeface="Calibri Light" panose="020F0302020204030204"/>
              <a:ea typeface="Calibri Light" panose="020F0302020204030204"/>
              <a:cs typeface="Calibri Light" panose="020F0302020204030204"/>
            </a:endParaRPr>
          </a:p>
          <a:p>
            <a:pPr marL="254000">
              <a:lnSpc>
                <a:spcPct val="85000"/>
              </a:lnSpc>
            </a:pPr>
            <a:endParaRPr lang="en-US" sz="2000" dirty="0">
              <a:latin typeface="Calibri Light" panose="020F0302020204030204"/>
              <a:ea typeface="Calibri Light" panose="020F0302020204030204"/>
              <a:cs typeface="Calibri Light" panose="020F0302020204030204"/>
            </a:endParaRPr>
          </a:p>
          <a:p>
            <a:pPr>
              <a:lnSpc>
                <a:spcPct val="85000"/>
              </a:lnSpc>
            </a:pPr>
            <a:endParaRPr lang="en-GB" sz="2400" b="1" dirty="0">
              <a:solidFill>
                <a:srgbClr val="262626"/>
              </a:solidFill>
              <a:latin typeface="Lato"/>
              <a:ea typeface="Lato"/>
              <a:cs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 descr="A paper with a picture of a cowboy hat&#10;&#10;AI-generated content may be incorrect."/>
          <p:cNvPicPr>
            <a:picLocks noChangeAspect="1"/>
          </p:cNvPicPr>
          <p:nvPr/>
        </p:nvPicPr>
        <p:blipFill>
          <a:blip r:embed="rId2"/>
          <a:srcRect l="871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9" name="Picture 8" descr="A black and red sign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572" y="527608"/>
            <a:ext cx="2627613" cy="681596"/>
          </a:xfrm>
          <a:prstGeom prst="rect">
            <a:avLst/>
          </a:prstGeom>
        </p:spPr>
      </p:pic>
      <p:pic>
        <p:nvPicPr>
          <p:cNvPr id="11" name="Picture 10" descr="A logo on a black background&#10;&#10;AI-generated content may be incorrect."/>
          <p:cNvPicPr>
            <a:picLocks noChangeAspect="1"/>
          </p:cNvPicPr>
          <p:nvPr/>
        </p:nvPicPr>
        <p:blipFill>
          <a:blip r:embed="rId4"/>
          <a:srcRect l="13531" t="14815" r="-13861" b="-15033"/>
          <a:stretch>
            <a:fillRect/>
          </a:stretch>
        </p:blipFill>
        <p:spPr>
          <a:xfrm>
            <a:off x="10594718" y="310163"/>
            <a:ext cx="1732359" cy="262676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88962" y="684876"/>
            <a:ext cx="7974380" cy="12772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5900" dirty="0">
                <a:solidFill>
                  <a:schemeClr val="accent2">
                    <a:lumMod val="49000"/>
                  </a:schemeClr>
                </a:solidFill>
                <a:latin typeface="Montserrat"/>
                <a:ea typeface="Montserrat"/>
                <a:cs typeface="Montserrat"/>
              </a:rPr>
              <a:t>Proposed Solution</a:t>
            </a:r>
            <a:r>
              <a:rPr sz="5900" dirty="0">
                <a:solidFill>
                  <a:schemeClr val="accent2">
                    <a:lumMod val="49000"/>
                  </a:schemeClr>
                </a:solidFill>
                <a:latin typeface="Montserrat"/>
                <a:ea typeface="Montserrat"/>
                <a:cs typeface="Montserrat"/>
              </a:rPr>
              <a:t>​</a:t>
            </a:r>
            <a:endParaRPr lang="en-US" dirty="0">
              <a:solidFill>
                <a:schemeClr val="accent2">
                  <a:lumMod val="49000"/>
                </a:schemeClr>
              </a:solidFill>
            </a:endParaRPr>
          </a:p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1543194" y="2822440"/>
            <a:ext cx="6130325" cy="24437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>
              <a:lnSpc>
                <a:spcPct val="85000"/>
              </a:lnSpc>
            </a:pPr>
            <a:endParaRPr lang="en-GB" sz="2800" b="1" dirty="0">
              <a:solidFill>
                <a:srgbClr val="262626"/>
              </a:solidFill>
              <a:latin typeface="Calibri Light" panose="020F0302020204030204"/>
              <a:ea typeface="Calibri Light" panose="020F0302020204030204"/>
              <a:cs typeface="Calibri Light" panose="020F0302020204030204"/>
            </a:endParaRPr>
          </a:p>
          <a:p>
            <a:pPr>
              <a:lnSpc>
                <a:spcPct val="85000"/>
              </a:lnSpc>
              <a:spcBef>
                <a:spcPts val="200"/>
              </a:spcBef>
            </a:pPr>
            <a:endParaRPr lang="en-US" sz="2800" dirty="0">
              <a:latin typeface="Calibri Light" panose="020F0302020204030204"/>
              <a:ea typeface="Calibri Light" panose="020F0302020204030204"/>
              <a:cs typeface="Calibri Light" panose="020F0302020204030204"/>
            </a:endParaRPr>
          </a:p>
          <a:p>
            <a:pPr>
              <a:lnSpc>
                <a:spcPct val="85000"/>
              </a:lnSpc>
              <a:spcBef>
                <a:spcPts val="975"/>
              </a:spcBef>
            </a:pPr>
            <a:endParaRPr lang="en-GB" sz="2800" b="1" dirty="0">
              <a:solidFill>
                <a:srgbClr val="262626"/>
              </a:solidFill>
              <a:latin typeface="Calibri Light" panose="020F0302020204030204"/>
              <a:ea typeface="Calibri Light" panose="020F0302020204030204"/>
              <a:cs typeface="Calibri Light" panose="020F0302020204030204"/>
            </a:endParaRPr>
          </a:p>
          <a:p>
            <a:pPr>
              <a:lnSpc>
                <a:spcPct val="85000"/>
              </a:lnSpc>
            </a:pPr>
            <a:br>
              <a:rPr lang="en-US" sz="2000" dirty="0">
                <a:solidFill>
                  <a:srgbClr val="000000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</a:rPr>
            </a:br>
            <a:endParaRPr lang="en-US" sz="2000">
              <a:solidFill>
                <a:srgbClr val="000000"/>
              </a:solidFill>
              <a:latin typeface="Calibri Light" panose="020F0302020204030204"/>
              <a:ea typeface="Calibri Light" panose="020F0302020204030204"/>
              <a:cs typeface="Calibri Light" panose="020F0302020204030204"/>
            </a:endParaRPr>
          </a:p>
          <a:p>
            <a:pPr marL="254000">
              <a:lnSpc>
                <a:spcPct val="85000"/>
              </a:lnSpc>
            </a:pPr>
            <a:endParaRPr lang="en-US" sz="2000" dirty="0">
              <a:latin typeface="Calibri Light" panose="020F0302020204030204"/>
              <a:ea typeface="Calibri Light" panose="020F0302020204030204"/>
              <a:cs typeface="Calibri Light" panose="020F0302020204030204"/>
            </a:endParaRPr>
          </a:p>
          <a:p>
            <a:pPr>
              <a:lnSpc>
                <a:spcPct val="85000"/>
              </a:lnSpc>
            </a:pPr>
            <a:endParaRPr lang="en-GB" sz="2400" b="1" dirty="0">
              <a:solidFill>
                <a:srgbClr val="262626"/>
              </a:solidFill>
              <a:latin typeface="Lato"/>
              <a:ea typeface="Lato"/>
              <a:cs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 descr="A paper with a picture of a cowboy hat&#10;&#10;AI-generated content may be incorrect."/>
          <p:cNvPicPr>
            <a:picLocks noChangeAspect="1"/>
          </p:cNvPicPr>
          <p:nvPr/>
        </p:nvPicPr>
        <p:blipFill>
          <a:blip r:embed="rId2"/>
          <a:srcRect l="871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9" name="Picture 8" descr="A black and red sign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572" y="527608"/>
            <a:ext cx="2627613" cy="681596"/>
          </a:xfrm>
          <a:prstGeom prst="rect">
            <a:avLst/>
          </a:prstGeom>
        </p:spPr>
      </p:pic>
      <p:pic>
        <p:nvPicPr>
          <p:cNvPr id="11" name="Picture 10" descr="A logo on a black background&#10;&#10;AI-generated content may be incorrect."/>
          <p:cNvPicPr>
            <a:picLocks noChangeAspect="1"/>
          </p:cNvPicPr>
          <p:nvPr/>
        </p:nvPicPr>
        <p:blipFill>
          <a:blip r:embed="rId4"/>
          <a:srcRect l="13531" t="14815" r="-13861" b="-15033"/>
          <a:stretch>
            <a:fillRect/>
          </a:stretch>
        </p:blipFill>
        <p:spPr>
          <a:xfrm>
            <a:off x="10594718" y="310163"/>
            <a:ext cx="1732359" cy="262676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88962" y="684876"/>
            <a:ext cx="7974380" cy="12772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5900" dirty="0">
                <a:solidFill>
                  <a:schemeClr val="accent2">
                    <a:lumMod val="49000"/>
                  </a:schemeClr>
                </a:solidFill>
                <a:latin typeface="Montserrat"/>
                <a:ea typeface="Montserrat"/>
                <a:cs typeface="Montserrat"/>
              </a:rPr>
              <a:t>Technical Stack</a:t>
            </a:r>
            <a:r>
              <a:rPr sz="5900" dirty="0">
                <a:solidFill>
                  <a:schemeClr val="accent2">
                    <a:lumMod val="49000"/>
                  </a:schemeClr>
                </a:solidFill>
                <a:latin typeface="Montserrat"/>
                <a:ea typeface="Montserrat"/>
                <a:cs typeface="Montserrat"/>
              </a:rPr>
              <a:t>​</a:t>
            </a:r>
            <a:endParaRPr lang="en-US" dirty="0">
              <a:solidFill>
                <a:schemeClr val="accent2">
                  <a:lumMod val="49000"/>
                </a:schemeClr>
              </a:solidFill>
            </a:endParaRPr>
          </a:p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1543194" y="2822440"/>
            <a:ext cx="6130325" cy="32788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>
              <a:lnSpc>
                <a:spcPct val="85000"/>
              </a:lnSpc>
            </a:pPr>
            <a:r>
              <a:rPr lang="en-GB" sz="2800" b="1" dirty="0">
                <a:solidFill>
                  <a:srgbClr val="262626"/>
                </a:solidFill>
                <a:latin typeface="Lato"/>
                <a:ea typeface="Lato"/>
                <a:cs typeface="Lato"/>
              </a:rPr>
              <a:t>Technologies to Be Used</a:t>
            </a:r>
            <a:r>
              <a:rPr lang="en-GB" sz="2800" b="1" baseline="0" dirty="0">
                <a:solidFill>
                  <a:srgbClr val="262626"/>
                </a:solidFill>
                <a:latin typeface="Lato"/>
                <a:ea typeface="Lato"/>
                <a:cs typeface="Lato"/>
              </a:rPr>
              <a:t>:</a:t>
            </a:r>
            <a:endParaRPr lang="en-US" sz="2800" dirty="0">
              <a:solidFill>
                <a:srgbClr val="000000"/>
              </a:solidFill>
              <a:latin typeface="Lato"/>
              <a:ea typeface="Lato"/>
              <a:cs typeface="Lato"/>
            </a:endParaRPr>
          </a:p>
          <a:p>
            <a:pPr>
              <a:lnSpc>
                <a:spcPct val="85000"/>
              </a:lnSpc>
              <a:spcBef>
                <a:spcPts val="500"/>
              </a:spcBef>
            </a:pPr>
            <a:endParaRPr lang="en-GB" sz="2800" dirty="0">
              <a:latin typeface="Lato"/>
              <a:ea typeface="Lato"/>
              <a:cs typeface="Lato"/>
            </a:endParaRPr>
          </a:p>
          <a:p>
            <a:pPr>
              <a:lnSpc>
                <a:spcPct val="85000"/>
              </a:lnSpc>
              <a:spcBef>
                <a:spcPts val="500"/>
              </a:spcBef>
            </a:pPr>
            <a:endParaRPr lang="en-GB" sz="2800" dirty="0">
              <a:latin typeface="Lato"/>
              <a:ea typeface="Lato"/>
              <a:cs typeface="Lato"/>
            </a:endParaRPr>
          </a:p>
          <a:p>
            <a:pPr>
              <a:lnSpc>
                <a:spcPct val="85000"/>
              </a:lnSpc>
              <a:spcBef>
                <a:spcPts val="975"/>
              </a:spcBef>
            </a:pPr>
            <a:r>
              <a:rPr lang="en-GB" sz="2800" b="1" dirty="0">
                <a:solidFill>
                  <a:srgbClr val="262626"/>
                </a:solidFill>
                <a:latin typeface="Lato"/>
                <a:ea typeface="Lato"/>
                <a:cs typeface="Lato"/>
              </a:rPr>
              <a:t>Detailed Description</a:t>
            </a:r>
            <a:r>
              <a:rPr lang="en-GB" sz="2800" b="1" baseline="0" dirty="0">
                <a:solidFill>
                  <a:srgbClr val="262626"/>
                </a:solidFill>
                <a:latin typeface="Lato"/>
                <a:ea typeface="Lato"/>
                <a:cs typeface="Lato"/>
              </a:rPr>
              <a:t>:</a:t>
            </a:r>
            <a:endParaRPr lang="en-GB" sz="2800" dirty="0">
              <a:latin typeface="Lato"/>
              <a:ea typeface="Lato"/>
              <a:cs typeface="Lato"/>
            </a:endParaRPr>
          </a:p>
          <a:p>
            <a:pPr>
              <a:lnSpc>
                <a:spcPct val="85000"/>
              </a:lnSpc>
            </a:pPr>
            <a:endParaRPr lang="en-GB" sz="2800" b="1" dirty="0">
              <a:solidFill>
                <a:srgbClr val="262626"/>
              </a:solidFill>
              <a:latin typeface="Calibri Light" panose="020F0302020204030204"/>
              <a:ea typeface="Calibri Light" panose="020F0302020204030204"/>
              <a:cs typeface="Calibri Light" panose="020F0302020204030204"/>
            </a:endParaRPr>
          </a:p>
          <a:p>
            <a:pPr>
              <a:lnSpc>
                <a:spcPct val="85000"/>
              </a:lnSpc>
            </a:pPr>
            <a:br>
              <a:rPr lang="en-US" sz="2000" dirty="0">
                <a:solidFill>
                  <a:srgbClr val="000000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</a:rPr>
            </a:br>
            <a:endParaRPr lang="en-US" sz="2000">
              <a:solidFill>
                <a:srgbClr val="000000"/>
              </a:solidFill>
              <a:latin typeface="Calibri Light" panose="020F0302020204030204"/>
              <a:ea typeface="Calibri Light" panose="020F0302020204030204"/>
              <a:cs typeface="Calibri Light" panose="020F0302020204030204"/>
            </a:endParaRPr>
          </a:p>
          <a:p>
            <a:pPr marL="254000">
              <a:lnSpc>
                <a:spcPct val="85000"/>
              </a:lnSpc>
            </a:pPr>
            <a:endParaRPr lang="en-US" sz="2000" dirty="0">
              <a:latin typeface="Calibri Light" panose="020F0302020204030204"/>
              <a:ea typeface="Calibri Light" panose="020F0302020204030204"/>
              <a:cs typeface="Calibri Light" panose="020F0302020204030204"/>
            </a:endParaRPr>
          </a:p>
          <a:p>
            <a:pPr>
              <a:lnSpc>
                <a:spcPct val="85000"/>
              </a:lnSpc>
            </a:pPr>
            <a:endParaRPr lang="en-GB" sz="2400" b="1" dirty="0">
              <a:solidFill>
                <a:srgbClr val="262626"/>
              </a:solidFill>
              <a:latin typeface="Lato"/>
              <a:ea typeface="Lato"/>
              <a:cs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8" name="Picture 7" descr="A paper with a picture of a cowboy hat&#10;&#10;AI-generated content may be incorrect."/>
          <p:cNvPicPr>
            <a:picLocks noChangeAspect="1"/>
          </p:cNvPicPr>
          <p:nvPr/>
        </p:nvPicPr>
        <p:blipFill>
          <a:blip r:embed="rId2"/>
          <a:srcRect l="871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10" name="Picture 9" descr="A black and red sign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572" y="527608"/>
            <a:ext cx="2627613" cy="681596"/>
          </a:xfrm>
          <a:prstGeom prst="rect">
            <a:avLst/>
          </a:prstGeom>
        </p:spPr>
      </p:pic>
      <p:pic>
        <p:nvPicPr>
          <p:cNvPr id="12" name="Picture 11" descr="A logo on a black background&#10;&#10;AI-generated content may be incorrect."/>
          <p:cNvPicPr>
            <a:picLocks noChangeAspect="1"/>
          </p:cNvPicPr>
          <p:nvPr/>
        </p:nvPicPr>
        <p:blipFill>
          <a:blip r:embed="rId4"/>
          <a:srcRect l="13531" t="14815" r="-13861" b="-15033"/>
          <a:stretch>
            <a:fillRect/>
          </a:stretch>
        </p:blipFill>
        <p:spPr>
          <a:xfrm>
            <a:off x="10594718" y="310163"/>
            <a:ext cx="1732359" cy="262676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045759" y="529366"/>
            <a:ext cx="8495338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4400" dirty="0">
                <a:solidFill>
                  <a:schemeClr val="accent2">
                    <a:lumMod val="49000"/>
                  </a:schemeClr>
                </a:solidFill>
                <a:latin typeface="Montserrat"/>
                <a:ea typeface="Montserrat"/>
                <a:cs typeface="Montserrat"/>
              </a:rPr>
              <a:t>Real World Application and Challenges </a:t>
            </a:r>
            <a:r>
              <a:rPr sz="4400" dirty="0">
                <a:solidFill>
                  <a:schemeClr val="accent2">
                    <a:lumMod val="49000"/>
                  </a:schemeClr>
                </a:solidFill>
                <a:latin typeface="Montserrat"/>
                <a:ea typeface="Montserrat"/>
                <a:cs typeface="Montserrat"/>
              </a:rPr>
              <a:t>​</a:t>
            </a:r>
            <a:r>
              <a:rPr lang="en-US" sz="4400" dirty="0">
                <a:solidFill>
                  <a:schemeClr val="accent2">
                    <a:lumMod val="49000"/>
                  </a:schemeClr>
                </a:solidFill>
                <a:latin typeface="Montserrat"/>
                <a:ea typeface="Montserrat"/>
                <a:cs typeface="Montserrat"/>
              </a:rPr>
              <a:t>of the solution</a:t>
            </a:r>
            <a:endParaRPr lang="en-US" sz="4400" dirty="0">
              <a:solidFill>
                <a:schemeClr val="accent2">
                  <a:lumMod val="49000"/>
                </a:schemeClr>
              </a:solidFill>
              <a:latin typeface="Aptos" panose="020B0004020202020204"/>
              <a:ea typeface="Montserrat"/>
              <a:cs typeface="Montserrat"/>
            </a:endParaRPr>
          </a:p>
          <a:p>
            <a:r>
              <a:rPr lang="en-US" sz="4400" dirty="0">
                <a:solidFill>
                  <a:schemeClr val="accent2">
                    <a:lumMod val="49000"/>
                  </a:schemeClr>
                </a:solidFill>
                <a:latin typeface="Montserrat"/>
                <a:ea typeface="Montserrat"/>
                <a:cs typeface="Montserrat"/>
              </a:rPr>
              <a:t>           you provide</a:t>
            </a:r>
            <a:endParaRPr lang="en-US" sz="4400" dirty="0">
              <a:solidFill>
                <a:schemeClr val="accent2">
                  <a:lumMod val="49000"/>
                </a:schemeClr>
              </a:solidFill>
            </a:endParaRPr>
          </a:p>
          <a:p>
            <a:pPr algn="ctr"/>
            <a:endParaRPr lang="en-US" sz="4400" dirty="0"/>
          </a:p>
        </p:txBody>
      </p:sp>
      <p:sp>
        <p:nvSpPr>
          <p:cNvPr id="16" name="TextBox 15"/>
          <p:cNvSpPr txBox="1"/>
          <p:nvPr/>
        </p:nvSpPr>
        <p:spPr>
          <a:xfrm>
            <a:off x="1543194" y="2822440"/>
            <a:ext cx="6130325" cy="19236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>
              <a:lnSpc>
                <a:spcPct val="85000"/>
              </a:lnSpc>
            </a:pPr>
            <a:endParaRPr lang="en-GB" sz="2800" b="1" dirty="0">
              <a:solidFill>
                <a:srgbClr val="262626"/>
              </a:solidFill>
              <a:latin typeface="Lato"/>
              <a:ea typeface="Lato"/>
              <a:cs typeface="Lato"/>
            </a:endParaRPr>
          </a:p>
          <a:p>
            <a:pPr>
              <a:lnSpc>
                <a:spcPct val="85000"/>
              </a:lnSpc>
            </a:pPr>
            <a:endParaRPr lang="en-GB" sz="2800" b="1" dirty="0">
              <a:solidFill>
                <a:srgbClr val="262626"/>
              </a:solidFill>
              <a:latin typeface="Calibri Light" panose="020F0302020204030204"/>
              <a:ea typeface="Calibri Light" panose="020F0302020204030204"/>
              <a:cs typeface="Calibri Light" panose="020F0302020204030204"/>
            </a:endParaRPr>
          </a:p>
          <a:p>
            <a:pPr>
              <a:lnSpc>
                <a:spcPct val="85000"/>
              </a:lnSpc>
            </a:pPr>
            <a:br>
              <a:rPr lang="en-US" sz="2000" dirty="0">
                <a:solidFill>
                  <a:srgbClr val="000000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</a:rPr>
            </a:br>
            <a:endParaRPr lang="en-US" sz="2000">
              <a:solidFill>
                <a:srgbClr val="000000"/>
              </a:solidFill>
              <a:latin typeface="Calibri Light" panose="020F0302020204030204"/>
              <a:ea typeface="Calibri Light" panose="020F0302020204030204"/>
              <a:cs typeface="Calibri Light" panose="020F0302020204030204"/>
            </a:endParaRPr>
          </a:p>
          <a:p>
            <a:pPr marL="254000">
              <a:lnSpc>
                <a:spcPct val="85000"/>
              </a:lnSpc>
            </a:pPr>
            <a:endParaRPr lang="en-US" sz="2000" dirty="0">
              <a:latin typeface="Calibri Light" panose="020F0302020204030204"/>
              <a:ea typeface="Calibri Light" panose="020F0302020204030204"/>
              <a:cs typeface="Calibri Light" panose="020F0302020204030204"/>
            </a:endParaRPr>
          </a:p>
          <a:p>
            <a:pPr>
              <a:lnSpc>
                <a:spcPct val="85000"/>
              </a:lnSpc>
            </a:pPr>
            <a:endParaRPr lang="en-GB" sz="2400" b="1" dirty="0">
              <a:solidFill>
                <a:srgbClr val="262626"/>
              </a:solidFill>
              <a:latin typeface="Lato"/>
              <a:ea typeface="Lato"/>
              <a:cs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85</Words>
  <Application>Microsoft Office PowerPoint</Application>
  <PresentationFormat>Widescreen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Aptos</vt:lpstr>
      <vt:lpstr>Aptos Display</vt:lpstr>
      <vt:lpstr>Arial</vt:lpstr>
      <vt:lpstr>Calibri Light</vt:lpstr>
      <vt:lpstr>Lato</vt:lpstr>
      <vt:lpstr>Montserrat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Himanshu</dc:creator>
  <cp:lastModifiedBy>Komal Negi</cp:lastModifiedBy>
  <cp:revision>88</cp:revision>
  <dcterms:created xsi:type="dcterms:W3CDTF">2026-03-09T17:59:00Z</dcterms:created>
  <dcterms:modified xsi:type="dcterms:W3CDTF">2026-03-29T05:08:53Z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EFE50C7CC7354FAF8C634CEFB6B2F2DA_13</vt:lpwstr>
  </property>
  <property fmtid="{D5CDD505-2E9C-101B-9397-08002B2CF9AE}" pid="3" name="KSOProductBuildVer">
    <vt:lpwstr>1033-12.2.0.23196</vt:lpwstr>
  </property>
</Properties>
</file>