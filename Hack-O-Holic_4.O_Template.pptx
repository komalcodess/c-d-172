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1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A black and red sig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/>
          <p:cNvPicPr>
            <a:picLocks noChangeAspect="1"/>
          </p:cNvPicPr>
          <p:nvPr/>
        </p:nvPicPr>
        <p:blipFill>
          <a:blip r:embed="rId3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23513" y="669325"/>
            <a:ext cx="7468972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b="1" baseline="0" dirty="0">
                <a:solidFill>
                  <a:schemeClr val="accent2">
                    <a:lumMod val="49000"/>
                  </a:schemeClr>
                </a:solidFill>
                <a:latin typeface="Montserrat"/>
              </a:rPr>
              <a:t>Hack- o – Holic 4.0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38162" y="2687595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baseline="0" dirty="0">
                <a:latin typeface="Montserrat"/>
              </a:rPr>
              <a:t>PROJECT TITLE:-</a:t>
            </a:r>
            <a:r>
              <a:rPr sz="2800" dirty="0">
                <a:latin typeface="Montserrat"/>
                <a:ea typeface="Montserrat"/>
                <a:cs typeface="Montserrat"/>
              </a:rPr>
              <a:t>​</a:t>
            </a:r>
            <a:endParaRPr lang="en-US" sz="2800" dirty="0"/>
          </a:p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496541" y="3312297"/>
            <a:ext cx="6130325" cy="1651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Name: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  <a:endParaRPr lang="en-US" sz="20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algn="ctr"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Leader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 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  <a:endParaRPr lang="en-US" sz="20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algn="ctr" rtl="0">
              <a:lnSpc>
                <a:spcPts val="2475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Member(s)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 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  <a:endParaRPr lang="en-US" sz="20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algn="ctr"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College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  <a:endParaRPr lang="en-US" sz="20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algn="ctr" rtl="0">
              <a:lnSpc>
                <a:spcPts val="1500"/>
              </a:lnSpc>
            </a:pPr>
            <a:r>
              <a:rPr lang="en-US" sz="11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  <a:endParaRPr lang="en-US" sz="11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1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1" name="Picture 10" descr="A logo on a black background&#10;&#10;AI-generated content may be incorrect."/>
          <p:cNvPicPr>
            <a:picLocks noChangeAspect="1"/>
          </p:cNvPicPr>
          <p:nvPr/>
        </p:nvPicPr>
        <p:blipFill>
          <a:blip r:embed="rId3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76860" y="669325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Problem Statement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543194" y="2822440"/>
            <a:ext cx="6130325" cy="2665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4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Problem Statement</a:t>
            </a:r>
            <a:r>
              <a:rPr lang="en-GB" sz="24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GB" sz="240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4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Detailed description about the problem</a:t>
            </a:r>
            <a:r>
              <a:rPr lang="en-GB" sz="24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 algn="ctr" rtl="0">
              <a:lnSpc>
                <a:spcPts val="1500"/>
              </a:lnSpc>
            </a:pPr>
            <a:r>
              <a:rPr lang="en-US" sz="24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  <a:endParaRPr lang="en-US" sz="2400" dirty="0">
              <a:latin typeface="Roboto"/>
              <a:ea typeface="Segoe UI" panose="020B0502040204020203"/>
              <a:cs typeface="Segoe UI" panose="020B0502040204020203"/>
            </a:endParaRPr>
          </a:p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1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" name="Picture 9" descr="A black and red sig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2" name="Picture 11" descr="A logo on a black background&#10;&#10;AI-generated content may be incorrect."/>
          <p:cNvPicPr>
            <a:picLocks noChangeAspect="1"/>
          </p:cNvPicPr>
          <p:nvPr/>
        </p:nvPicPr>
        <p:blipFill>
          <a:blip r:embed="rId3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Proposed Solution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543194" y="2822440"/>
            <a:ext cx="6130325" cy="2835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800" b="1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Solution Statement</a:t>
            </a:r>
            <a:r>
              <a:rPr lang="en-GB" sz="2800" b="1" baseline="0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:</a:t>
            </a:r>
            <a:endParaRPr lang="en-US" sz="2800" dirty="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8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8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800" b="1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Detailed Solution Description</a:t>
            </a:r>
            <a:r>
              <a:rPr lang="en-GB" sz="2800" b="1" baseline="0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:</a:t>
            </a:r>
            <a:r>
              <a:rPr lang="en-GB" sz="2800" b="1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 </a:t>
            </a:r>
            <a:endParaRPr lang="en-GB" sz="2800" dirty="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1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1" name="Picture 10" descr="A logo on a black background&#10;&#10;AI-generated content may be incorrect."/>
          <p:cNvPicPr>
            <a:picLocks noChangeAspect="1"/>
          </p:cNvPicPr>
          <p:nvPr/>
        </p:nvPicPr>
        <p:blipFill>
          <a:blip r:embed="rId3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Proposed Solution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543194" y="2822440"/>
            <a:ext cx="6130325" cy="24437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8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1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1" name="Picture 10" descr="A logo on a black background&#10;&#10;AI-generated content may be incorrect."/>
          <p:cNvPicPr>
            <a:picLocks noChangeAspect="1"/>
          </p:cNvPicPr>
          <p:nvPr/>
        </p:nvPicPr>
        <p:blipFill>
          <a:blip r:embed="rId3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Technical Stack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543194" y="2822440"/>
            <a:ext cx="6130325" cy="32788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8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Technologies to Be Used</a:t>
            </a:r>
            <a:r>
              <a:rPr lang="en-GB" sz="28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US" sz="28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500"/>
              </a:spcBef>
            </a:pPr>
            <a:endParaRPr lang="en-GB" sz="28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500"/>
              </a:spcBef>
            </a:pPr>
            <a:endParaRPr lang="en-GB" sz="28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8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Detailed Description</a:t>
            </a:r>
            <a:r>
              <a:rPr lang="en-GB" sz="28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GB" sz="28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1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" name="Picture 9" descr="A black and red sig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2" name="Picture 11" descr="A logo on a black background&#10;&#10;AI-generated content may be incorrect."/>
          <p:cNvPicPr>
            <a:picLocks noChangeAspect="1"/>
          </p:cNvPicPr>
          <p:nvPr/>
        </p:nvPicPr>
        <p:blipFill>
          <a:blip r:embed="rId3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5759" y="529366"/>
            <a:ext cx="849533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Real World Application and Challenges </a:t>
            </a:r>
            <a:r>
              <a:rPr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r>
              <a:rPr lang="en-US"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of the solution</a:t>
            </a:r>
            <a:endParaRPr lang="en-US" sz="4400" dirty="0">
              <a:solidFill>
                <a:schemeClr val="accent2">
                  <a:lumMod val="49000"/>
                </a:schemeClr>
              </a:solidFill>
              <a:latin typeface="Aptos" panose="020B0004020202020204"/>
              <a:ea typeface="Montserrat"/>
              <a:cs typeface="Montserrat"/>
            </a:endParaRPr>
          </a:p>
          <a:p>
            <a:r>
              <a:rPr lang="en-US"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           you provide</a:t>
            </a:r>
            <a:endParaRPr lang="en-US" sz="4400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 sz="4400" dirty="0"/>
          </a:p>
        </p:txBody>
      </p:sp>
      <p:sp>
        <p:nvSpPr>
          <p:cNvPr id="16" name="TextBox 15"/>
          <p:cNvSpPr txBox="1"/>
          <p:nvPr/>
        </p:nvSpPr>
        <p:spPr>
          <a:xfrm>
            <a:off x="1543194" y="2822440"/>
            <a:ext cx="6130325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408</Words>
  <Application>WPS Presentation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SimSun</vt:lpstr>
      <vt:lpstr>Wingdings</vt:lpstr>
      <vt:lpstr>Montserrat</vt:lpstr>
      <vt:lpstr>AMGDT</vt:lpstr>
      <vt:lpstr>Roboto</vt:lpstr>
      <vt:lpstr>Segoe UI</vt:lpstr>
      <vt:lpstr>Lato</vt:lpstr>
      <vt:lpstr>Calibri Light</vt:lpstr>
      <vt:lpstr>Aptos</vt:lpstr>
      <vt:lpstr>Segoe UI</vt:lpstr>
      <vt:lpstr>Times New Roman</vt:lpstr>
      <vt:lpstr>Microsoft YaHei</vt:lpstr>
      <vt:lpstr>Arial Unicode MS</vt:lpstr>
      <vt:lpstr>Aptos Display</vt:lpstr>
      <vt:lpstr>Segoe UI Variable Display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</dc:creator>
  <cp:lastModifiedBy>kavit</cp:lastModifiedBy>
  <cp:revision>88</cp:revision>
  <dcterms:created xsi:type="dcterms:W3CDTF">2026-03-09T17:59:00Z</dcterms:created>
  <dcterms:modified xsi:type="dcterms:W3CDTF">2026-03-29T05:05:43Z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EFE50C7CC7354FAF8C634CEFB6B2F2DA_13</vt:lpwstr>
  </property>
  <property fmtid="{D5CDD505-2E9C-101B-9397-08002B2CF9AE}" pid="3" name="KSOProductBuildVer">
    <vt:lpwstr>1033-12.2.0.23196</vt:lpwstr>
  </property>
</Properties>
</file>