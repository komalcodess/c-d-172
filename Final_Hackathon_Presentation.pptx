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Academic Collaboration Platform</a:t>
            </a:r>
          </a:p>
          <a:p>
            <a:endParaRPr/>
          </a:p>
          <a:p>
            <a:r>
              <a:t>Team Name: (Your Team Name)</a:t>
            </a:r>
          </a:p>
          <a:p>
            <a:r>
              <a:t>Team Leader: (Name)</a:t>
            </a:r>
          </a:p>
          <a:p>
            <a:r>
              <a:t>Team Members: (Names)</a:t>
            </a:r>
          </a:p>
          <a:p>
            <a:r>
              <a:t>College: (College Name)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Students face difficulty in accessing reliable notes, </a:t>
            </a:r>
            <a:r>
              <a:rPr dirty="0" err="1"/>
              <a:t>findin</a:t>
            </a:r>
            <a:r>
              <a:rPr lang="en-US" dirty="0" err="1"/>
              <a:t>`</a:t>
            </a:r>
            <a:r>
              <a:rPr dirty="0" err="1"/>
              <a:t>g</a:t>
            </a:r>
            <a:r>
              <a:rPr dirty="0"/>
              <a:t> study groups, and getting academic help.</a:t>
            </a:r>
          </a:p>
          <a:p>
            <a:endParaRPr dirty="0"/>
          </a:p>
          <a:p>
            <a:r>
              <a:rPr dirty="0"/>
              <a:t>Communication between students, seniors, and professors is scattered across multiple platforms.</a:t>
            </a:r>
          </a:p>
          <a:p>
            <a:endParaRPr dirty="0"/>
          </a:p>
          <a:p>
            <a:r>
              <a:rPr dirty="0"/>
              <a:t>There is no centralized system for structured academic collaboration.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A unified platform where students can:</a:t>
            </a:r>
          </a:p>
          <a:p>
            <a:r>
              <a:rPr sz="2000" dirty="0"/>
              <a:t>- Join study groups</a:t>
            </a:r>
          </a:p>
          <a:p>
            <a:r>
              <a:rPr sz="2000" dirty="0"/>
              <a:t>- Share and access notes</a:t>
            </a:r>
          </a:p>
          <a:p>
            <a:r>
              <a:rPr sz="2000" dirty="0"/>
              <a:t>- Ask questions and get help from peers/seniors</a:t>
            </a:r>
          </a:p>
          <a:p>
            <a:endParaRPr sz="2000" dirty="0"/>
          </a:p>
          <a:p>
            <a:r>
              <a:rPr sz="2000" dirty="0"/>
              <a:t>Professors can recommend books, provide feedback, and guide students.</a:t>
            </a:r>
          </a:p>
          <a:p>
            <a:endParaRPr sz="2000" dirty="0"/>
          </a:p>
          <a:p>
            <a:r>
              <a:rPr sz="2000" dirty="0"/>
              <a:t>This creates a structured academic ecosystem.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Frontend: React.js</a:t>
            </a:r>
          </a:p>
          <a:p>
            <a:r>
              <a:rPr dirty="0"/>
              <a:t>Backend: Firebase / Node.js</a:t>
            </a:r>
          </a:p>
          <a:p>
            <a:r>
              <a:rPr dirty="0"/>
              <a:t>Database: Firebase </a:t>
            </a:r>
            <a:r>
              <a:rPr dirty="0" err="1"/>
              <a:t>Firestore</a:t>
            </a:r>
            <a:r>
              <a:rPr dirty="0"/>
              <a:t> / MongoDB</a:t>
            </a:r>
          </a:p>
          <a:p>
            <a:r>
              <a:rPr dirty="0"/>
              <a:t>Authentication: Firebase Auth</a:t>
            </a:r>
          </a:p>
          <a:p>
            <a:r>
              <a:rPr dirty="0"/>
              <a:t>Hosting: </a:t>
            </a:r>
            <a:r>
              <a:rPr dirty="0" err="1"/>
              <a:t>Vercel</a:t>
            </a:r>
            <a:r>
              <a:rPr dirty="0"/>
              <a:t> / Firebase Hosting</a:t>
            </a:r>
          </a:p>
          <a:p>
            <a:endParaRPr dirty="0"/>
          </a:p>
          <a:p>
            <a:r>
              <a:rPr dirty="0"/>
              <a:t>Provides scalable and fast development for hackathon.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Application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Applications:</a:t>
            </a:r>
          </a:p>
          <a:p>
            <a:r>
              <a:rPr dirty="0"/>
              <a:t>- Improves collaboration among students</a:t>
            </a:r>
          </a:p>
          <a:p>
            <a:r>
              <a:rPr dirty="0"/>
              <a:t>- Centralizes academic resources</a:t>
            </a:r>
          </a:p>
          <a:p>
            <a:r>
              <a:rPr dirty="0"/>
              <a:t>- Enables mentorship and guidance</a:t>
            </a:r>
          </a:p>
          <a:p>
            <a:endParaRPr dirty="0"/>
          </a:p>
          <a:p>
            <a:r>
              <a:rPr dirty="0"/>
              <a:t>Challenges:</a:t>
            </a:r>
          </a:p>
          <a:p>
            <a:r>
              <a:rPr dirty="0"/>
              <a:t>- Ensuring content quality</a:t>
            </a:r>
          </a:p>
          <a:p>
            <a:r>
              <a:rPr dirty="0"/>
              <a:t>- User engagement</a:t>
            </a:r>
          </a:p>
          <a:p>
            <a:r>
              <a:rPr dirty="0"/>
              <a:t>- Data privacy and scalability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197</Words>
  <Application>Microsoft Office PowerPoint</Application>
  <PresentationFormat>On-screen Show (4:3)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PROJECT TITLE</vt:lpstr>
      <vt:lpstr>Problem Statement</vt:lpstr>
      <vt:lpstr>Proposed Solution</vt:lpstr>
      <vt:lpstr>Technical Stack</vt:lpstr>
      <vt:lpstr>Real World Application and Challenges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Komal Negi</cp:lastModifiedBy>
  <cp:revision>2</cp:revision>
  <dcterms:created xsi:type="dcterms:W3CDTF">2013-01-27T09:14:16Z</dcterms:created>
  <dcterms:modified xsi:type="dcterms:W3CDTF">2026-03-29T14:36:56Z</dcterms:modified>
  <cp:category/>
</cp:coreProperties>
</file>